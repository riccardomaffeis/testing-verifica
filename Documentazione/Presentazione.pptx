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70" r:id="rId11"/>
    <p:sldId id="271" r:id="rId12"/>
    <p:sldId id="272" r:id="rId13"/>
    <p:sldId id="273" r:id="rId14"/>
    <p:sldId id="274" r:id="rId15"/>
    <p:sldId id="269" r:id="rId16"/>
    <p:sldId id="268" r:id="rId17"/>
    <p:sldId id="275" r:id="rId18"/>
    <p:sldId id="276" r:id="rId19"/>
    <p:sldId id="278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FF7EA-E14B-47EC-894A-DDB71F796725}" v="43" dt="2026-07-06T20:31:43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Maffeis" userId="86d5980519d90a03" providerId="LiveId" clId="{E1CD4723-05C0-41B1-B749-32C336D5EDD1}"/>
    <pc:docChg chg="undo custSel addSld delSld modSld sldOrd">
      <pc:chgData name="Riccardo Maffeis" userId="86d5980519d90a03" providerId="LiveId" clId="{E1CD4723-05C0-41B1-B749-32C336D5EDD1}" dt="2026-07-06T20:32:08.984" v="1497" actId="47"/>
      <pc:docMkLst>
        <pc:docMk/>
      </pc:docMkLst>
      <pc:sldChg chg="del">
        <pc:chgData name="Riccardo Maffeis" userId="86d5980519d90a03" providerId="LiveId" clId="{E1CD4723-05C0-41B1-B749-32C336D5EDD1}" dt="2026-07-06T20:15:55.432" v="943" actId="47"/>
        <pc:sldMkLst>
          <pc:docMk/>
          <pc:sldMk cId="1962638049" sldId="263"/>
        </pc:sldMkLst>
      </pc:sldChg>
      <pc:sldChg chg="del">
        <pc:chgData name="Riccardo Maffeis" userId="86d5980519d90a03" providerId="LiveId" clId="{E1CD4723-05C0-41B1-B749-32C336D5EDD1}" dt="2026-07-06T20:15:56.453" v="944" actId="47"/>
        <pc:sldMkLst>
          <pc:docMk/>
          <pc:sldMk cId="2665488539" sldId="264"/>
        </pc:sldMkLst>
      </pc:sldChg>
      <pc:sldChg chg="del">
        <pc:chgData name="Riccardo Maffeis" userId="86d5980519d90a03" providerId="LiveId" clId="{E1CD4723-05C0-41B1-B749-32C336D5EDD1}" dt="2026-07-06T20:19:26.532" v="949" actId="47"/>
        <pc:sldMkLst>
          <pc:docMk/>
          <pc:sldMk cId="3144369386" sldId="265"/>
        </pc:sldMkLst>
      </pc:sldChg>
      <pc:sldChg chg="addSp delSp modSp mod">
        <pc:chgData name="Riccardo Maffeis" userId="86d5980519d90a03" providerId="LiveId" clId="{E1CD4723-05C0-41B1-B749-32C336D5EDD1}" dt="2026-07-06T20:14:45.030" v="942" actId="1076"/>
        <pc:sldMkLst>
          <pc:docMk/>
          <pc:sldMk cId="3950060020" sldId="268"/>
        </pc:sldMkLst>
        <pc:spChg chg="mod">
          <ac:chgData name="Riccardo Maffeis" userId="86d5980519d90a03" providerId="LiveId" clId="{E1CD4723-05C0-41B1-B749-32C336D5EDD1}" dt="2026-07-06T20:07:34.133" v="734" actId="20577"/>
          <ac:spMkLst>
            <pc:docMk/>
            <pc:sldMk cId="3950060020" sldId="268"/>
            <ac:spMk id="2" creationId="{7F648397-B2FE-385E-19FC-2B1DB82A70FD}"/>
          </ac:spMkLst>
        </pc:spChg>
        <pc:spChg chg="del">
          <ac:chgData name="Riccardo Maffeis" userId="86d5980519d90a03" providerId="LiveId" clId="{E1CD4723-05C0-41B1-B749-32C336D5EDD1}" dt="2026-07-06T20:13:49.518" v="921" actId="931"/>
          <ac:spMkLst>
            <pc:docMk/>
            <pc:sldMk cId="3950060020" sldId="268"/>
            <ac:spMk id="3" creationId="{7382EAA0-18D7-3745-F040-4F2BE4F4DCFB}"/>
          </ac:spMkLst>
        </pc:spChg>
        <pc:picChg chg="add mod ord">
          <ac:chgData name="Riccardo Maffeis" userId="86d5980519d90a03" providerId="LiveId" clId="{E1CD4723-05C0-41B1-B749-32C336D5EDD1}" dt="2026-07-06T20:14:45.030" v="942" actId="1076"/>
          <ac:picMkLst>
            <pc:docMk/>
            <pc:sldMk cId="3950060020" sldId="268"/>
            <ac:picMk id="5" creationId="{2BA356B9-5899-4548-3A06-81543C9D5BB6}"/>
          </ac:picMkLst>
        </pc:picChg>
        <pc:picChg chg="add mod">
          <ac:chgData name="Riccardo Maffeis" userId="86d5980519d90a03" providerId="LiveId" clId="{E1CD4723-05C0-41B1-B749-32C336D5EDD1}" dt="2026-07-06T20:14:26.430" v="936" actId="1076"/>
          <ac:picMkLst>
            <pc:docMk/>
            <pc:sldMk cId="3950060020" sldId="268"/>
            <ac:picMk id="7" creationId="{0EEBFC3B-A718-075B-208E-C716B0B85980}"/>
          </ac:picMkLst>
        </pc:picChg>
        <pc:picChg chg="add mod">
          <ac:chgData name="Riccardo Maffeis" userId="86d5980519d90a03" providerId="LiveId" clId="{E1CD4723-05C0-41B1-B749-32C336D5EDD1}" dt="2026-07-06T20:14:37.010" v="939" actId="1076"/>
          <ac:picMkLst>
            <pc:docMk/>
            <pc:sldMk cId="3950060020" sldId="268"/>
            <ac:picMk id="9" creationId="{329C5892-B073-0187-5C1F-4FBA2071857C}"/>
          </ac:picMkLst>
        </pc:picChg>
        <pc:picChg chg="add mod">
          <ac:chgData name="Riccardo Maffeis" userId="86d5980519d90a03" providerId="LiveId" clId="{E1CD4723-05C0-41B1-B749-32C336D5EDD1}" dt="2026-07-06T20:14:23.449" v="935" actId="1076"/>
          <ac:picMkLst>
            <pc:docMk/>
            <pc:sldMk cId="3950060020" sldId="268"/>
            <ac:picMk id="11" creationId="{31C4D442-F89D-5E92-B45D-DE48937C630B}"/>
          </ac:picMkLst>
        </pc:picChg>
        <pc:picChg chg="add mod">
          <ac:chgData name="Riccardo Maffeis" userId="86d5980519d90a03" providerId="LiveId" clId="{E1CD4723-05C0-41B1-B749-32C336D5EDD1}" dt="2026-07-06T20:14:41.605" v="941" actId="1076"/>
          <ac:picMkLst>
            <pc:docMk/>
            <pc:sldMk cId="3950060020" sldId="268"/>
            <ac:picMk id="13" creationId="{A2DD37EA-4B30-5FE6-725B-0DED0FDE9C9F}"/>
          </ac:picMkLst>
        </pc:picChg>
      </pc:sldChg>
      <pc:sldChg chg="addSp delSp modSp mod ord">
        <pc:chgData name="Riccardo Maffeis" userId="86d5980519d90a03" providerId="LiveId" clId="{E1CD4723-05C0-41B1-B749-32C336D5EDD1}" dt="2026-07-06T20:11:24.676" v="920" actId="20577"/>
        <pc:sldMkLst>
          <pc:docMk/>
          <pc:sldMk cId="4264712727" sldId="269"/>
        </pc:sldMkLst>
        <pc:spChg chg="mod">
          <ac:chgData name="Riccardo Maffeis" userId="86d5980519d90a03" providerId="LiveId" clId="{E1CD4723-05C0-41B1-B749-32C336D5EDD1}" dt="2026-07-06T20:08:28.510" v="747" actId="20577"/>
          <ac:spMkLst>
            <pc:docMk/>
            <pc:sldMk cId="4264712727" sldId="269"/>
            <ac:spMk id="2" creationId="{10107F18-A8E7-2E2D-156C-B4FB82B3B970}"/>
          </ac:spMkLst>
        </pc:spChg>
        <pc:spChg chg="add del mod">
          <ac:chgData name="Riccardo Maffeis" userId="86d5980519d90a03" providerId="LiveId" clId="{E1CD4723-05C0-41B1-B749-32C336D5EDD1}" dt="2026-07-06T20:11:24.676" v="920" actId="20577"/>
          <ac:spMkLst>
            <pc:docMk/>
            <pc:sldMk cId="4264712727" sldId="269"/>
            <ac:spMk id="3" creationId="{498A3DAB-0E4D-0DF0-CE54-E58C8389FD06}"/>
          </ac:spMkLst>
        </pc:spChg>
        <pc:picChg chg="add del mod ord">
          <ac:chgData name="Riccardo Maffeis" userId="86d5980519d90a03" providerId="LiveId" clId="{E1CD4723-05C0-41B1-B749-32C336D5EDD1}" dt="2026-07-06T20:08:49.373" v="749" actId="931"/>
          <ac:picMkLst>
            <pc:docMk/>
            <pc:sldMk cId="4264712727" sldId="269"/>
            <ac:picMk id="5" creationId="{1415889C-5F2C-899F-EB2F-A4589FDFBA14}"/>
          </ac:picMkLst>
        </pc:picChg>
        <pc:picChg chg="add mod">
          <ac:chgData name="Riccardo Maffeis" userId="86d5980519d90a03" providerId="LiveId" clId="{E1CD4723-05C0-41B1-B749-32C336D5EDD1}" dt="2026-07-06T20:09:02.073" v="755" actId="1076"/>
          <ac:picMkLst>
            <pc:docMk/>
            <pc:sldMk cId="4264712727" sldId="269"/>
            <ac:picMk id="7" creationId="{7BA091B4-ABF0-E281-8F96-D97DDDE652EC}"/>
          </ac:picMkLst>
        </pc:picChg>
      </pc:sldChg>
      <pc:sldChg chg="modSp mod">
        <pc:chgData name="Riccardo Maffeis" userId="86d5980519d90a03" providerId="LiveId" clId="{E1CD4723-05C0-41B1-B749-32C336D5EDD1}" dt="2026-07-06T19:26:24.519" v="52" actId="1076"/>
        <pc:sldMkLst>
          <pc:docMk/>
          <pc:sldMk cId="2346849892" sldId="271"/>
        </pc:sldMkLst>
        <pc:graphicFrameChg chg="mod modGraphic">
          <ac:chgData name="Riccardo Maffeis" userId="86d5980519d90a03" providerId="LiveId" clId="{E1CD4723-05C0-41B1-B749-32C336D5EDD1}" dt="2026-07-06T19:26:24.519" v="52" actId="1076"/>
          <ac:graphicFrameMkLst>
            <pc:docMk/>
            <pc:sldMk cId="2346849892" sldId="271"/>
            <ac:graphicFrameMk id="8" creationId="{099E9632-E691-410D-B3DB-4B370FA1240B}"/>
          </ac:graphicFrameMkLst>
        </pc:graphicFrameChg>
      </pc:sldChg>
      <pc:sldChg chg="addSp delSp modSp mod setBg">
        <pc:chgData name="Riccardo Maffeis" userId="86d5980519d90a03" providerId="LiveId" clId="{E1CD4723-05C0-41B1-B749-32C336D5EDD1}" dt="2026-07-06T20:20:00.984" v="967" actId="20577"/>
        <pc:sldMkLst>
          <pc:docMk/>
          <pc:sldMk cId="468322786" sldId="274"/>
        </pc:sldMkLst>
        <pc:spChg chg="mod">
          <ac:chgData name="Riccardo Maffeis" userId="86d5980519d90a03" providerId="LiveId" clId="{E1CD4723-05C0-41B1-B749-32C336D5EDD1}" dt="2026-07-06T19:55:30.174" v="61" actId="26606"/>
          <ac:spMkLst>
            <pc:docMk/>
            <pc:sldMk cId="468322786" sldId="274"/>
            <ac:spMk id="2" creationId="{CC7A4D07-E603-FDC3-4E4B-17D21A28F785}"/>
          </ac:spMkLst>
        </pc:spChg>
        <pc:spChg chg="add del mod">
          <ac:chgData name="Riccardo Maffeis" userId="86d5980519d90a03" providerId="LiveId" clId="{E1CD4723-05C0-41B1-B749-32C336D5EDD1}" dt="2026-07-06T20:20:00.984" v="967" actId="20577"/>
          <ac:spMkLst>
            <pc:docMk/>
            <pc:sldMk cId="468322786" sldId="274"/>
            <ac:spMk id="3" creationId="{C7803C17-CC24-CF3B-8EFC-A983F01D2E8C}"/>
          </ac:spMkLst>
        </pc:spChg>
        <pc:spChg chg="add del mod">
          <ac:chgData name="Riccardo Maffeis" userId="86d5980519d90a03" providerId="LiveId" clId="{E1CD4723-05C0-41B1-B749-32C336D5EDD1}" dt="2026-07-06T19:55:47.382" v="66" actId="478"/>
          <ac:spMkLst>
            <pc:docMk/>
            <pc:sldMk cId="468322786" sldId="274"/>
            <ac:spMk id="6" creationId="{0FC5DEE8-F049-DDF3-45A9-FF997AA5EBDC}"/>
          </ac:spMkLst>
        </pc:spChg>
        <pc:spChg chg="add del">
          <ac:chgData name="Riccardo Maffeis" userId="86d5980519d90a03" providerId="LiveId" clId="{E1CD4723-05C0-41B1-B749-32C336D5EDD1}" dt="2026-07-06T19:55:30.174" v="61" actId="26606"/>
          <ac:spMkLst>
            <pc:docMk/>
            <pc:sldMk cId="468322786" sldId="274"/>
            <ac:spMk id="9" creationId="{CB3BEFA6-FC61-AE7E-7CB9-8364543EDAF1}"/>
          </ac:spMkLst>
        </pc:spChg>
        <pc:spChg chg="add del">
          <ac:chgData name="Riccardo Maffeis" userId="86d5980519d90a03" providerId="LiveId" clId="{E1CD4723-05C0-41B1-B749-32C336D5EDD1}" dt="2026-07-06T19:55:30.174" v="61" actId="26606"/>
          <ac:spMkLst>
            <pc:docMk/>
            <pc:sldMk cId="468322786" sldId="274"/>
            <ac:spMk id="12" creationId="{3F4C104D-5F30-4811-9376-566B26E4719A}"/>
          </ac:spMkLst>
        </pc:spChg>
        <pc:spChg chg="add del">
          <ac:chgData name="Riccardo Maffeis" userId="86d5980519d90a03" providerId="LiveId" clId="{E1CD4723-05C0-41B1-B749-32C336D5EDD1}" dt="2026-07-06T19:55:30.174" v="61" actId="26606"/>
          <ac:spMkLst>
            <pc:docMk/>
            <pc:sldMk cId="468322786" sldId="274"/>
            <ac:spMk id="14" creationId="{0815E34B-5D02-4E01-A936-E8E1C0AB6F12}"/>
          </ac:spMkLst>
        </pc:spChg>
        <pc:spChg chg="add del">
          <ac:chgData name="Riccardo Maffeis" userId="86d5980519d90a03" providerId="LiveId" clId="{E1CD4723-05C0-41B1-B749-32C336D5EDD1}" dt="2026-07-06T19:55:30.174" v="61" actId="26606"/>
          <ac:spMkLst>
            <pc:docMk/>
            <pc:sldMk cId="468322786" sldId="274"/>
            <ac:spMk id="16" creationId="{7DE3414B-B032-4710-A468-D3285E38C5FF}"/>
          </ac:spMkLst>
        </pc:spChg>
        <pc:picChg chg="add del mod ord">
          <ac:chgData name="Riccardo Maffeis" userId="86d5980519d90a03" providerId="LiveId" clId="{E1CD4723-05C0-41B1-B749-32C336D5EDD1}" dt="2026-07-06T19:55:49.017" v="69" actId="931"/>
          <ac:picMkLst>
            <pc:docMk/>
            <pc:sldMk cId="468322786" sldId="274"/>
            <ac:picMk id="5" creationId="{07DEDCAA-A76B-1B48-FD2C-BDE02EA17F90}"/>
          </ac:picMkLst>
        </pc:picChg>
        <pc:picChg chg="add del mod ord">
          <ac:chgData name="Riccardo Maffeis" userId="86d5980519d90a03" providerId="LiveId" clId="{E1CD4723-05C0-41B1-B749-32C336D5EDD1}" dt="2026-07-06T19:55:59.877" v="74" actId="931"/>
          <ac:picMkLst>
            <pc:docMk/>
            <pc:sldMk cId="468322786" sldId="274"/>
            <ac:picMk id="8" creationId="{FEF26C1E-FB4B-6DB6-FEC2-41C92079ED76}"/>
          </ac:picMkLst>
        </pc:picChg>
        <pc:picChg chg="add mod">
          <ac:chgData name="Riccardo Maffeis" userId="86d5980519d90a03" providerId="LiveId" clId="{E1CD4723-05C0-41B1-B749-32C336D5EDD1}" dt="2026-07-06T20:02:25.326" v="703" actId="1076"/>
          <ac:picMkLst>
            <pc:docMk/>
            <pc:sldMk cId="468322786" sldId="274"/>
            <ac:picMk id="11" creationId="{B4FA74A7-B44F-0F73-E18C-EB62677464AD}"/>
          </ac:picMkLst>
        </pc:picChg>
      </pc:sldChg>
      <pc:sldChg chg="addSp delSp modSp mod ord">
        <pc:chgData name="Riccardo Maffeis" userId="86d5980519d90a03" providerId="LiveId" clId="{E1CD4723-05C0-41B1-B749-32C336D5EDD1}" dt="2026-07-06T20:18:44.022" v="948" actId="1076"/>
        <pc:sldMkLst>
          <pc:docMk/>
          <pc:sldMk cId="2384436577" sldId="275"/>
        </pc:sldMkLst>
        <pc:spChg chg="mod">
          <ac:chgData name="Riccardo Maffeis" userId="86d5980519d90a03" providerId="LiveId" clId="{E1CD4723-05C0-41B1-B749-32C336D5EDD1}" dt="2026-07-06T20:03:05.461" v="725" actId="20577"/>
          <ac:spMkLst>
            <pc:docMk/>
            <pc:sldMk cId="2384436577" sldId="275"/>
            <ac:spMk id="2" creationId="{16F3152D-7E7B-F05C-DFEA-2BD8A31108B8}"/>
          </ac:spMkLst>
        </pc:spChg>
        <pc:spChg chg="del">
          <ac:chgData name="Riccardo Maffeis" userId="86d5980519d90a03" providerId="LiveId" clId="{E1CD4723-05C0-41B1-B749-32C336D5EDD1}" dt="2026-07-06T20:18:32.924" v="945" actId="22"/>
          <ac:spMkLst>
            <pc:docMk/>
            <pc:sldMk cId="2384436577" sldId="275"/>
            <ac:spMk id="3" creationId="{665A4119-3EAA-0033-24F5-F3280FBCF809}"/>
          </ac:spMkLst>
        </pc:spChg>
        <pc:picChg chg="add mod ord">
          <ac:chgData name="Riccardo Maffeis" userId="86d5980519d90a03" providerId="LiveId" clId="{E1CD4723-05C0-41B1-B749-32C336D5EDD1}" dt="2026-07-06T20:18:44.022" v="948" actId="1076"/>
          <ac:picMkLst>
            <pc:docMk/>
            <pc:sldMk cId="2384436577" sldId="275"/>
            <ac:picMk id="5" creationId="{833A0C63-C148-D18D-D39F-0DED04F355C6}"/>
          </ac:picMkLst>
        </pc:picChg>
      </pc:sldChg>
      <pc:sldChg chg="addSp delSp modSp new mod">
        <pc:chgData name="Riccardo Maffeis" userId="86d5980519d90a03" providerId="LiveId" clId="{E1CD4723-05C0-41B1-B749-32C336D5EDD1}" dt="2026-07-06T20:27:23.486" v="1417" actId="20577"/>
        <pc:sldMkLst>
          <pc:docMk/>
          <pc:sldMk cId="2206752375" sldId="276"/>
        </pc:sldMkLst>
        <pc:spChg chg="mod">
          <ac:chgData name="Riccardo Maffeis" userId="86d5980519d90a03" providerId="LiveId" clId="{E1CD4723-05C0-41B1-B749-32C336D5EDD1}" dt="2026-07-06T20:27:23.486" v="1417" actId="20577"/>
          <ac:spMkLst>
            <pc:docMk/>
            <pc:sldMk cId="2206752375" sldId="276"/>
            <ac:spMk id="2" creationId="{730FB488-18E0-7B21-58DC-D22DBACB96C3}"/>
          </ac:spMkLst>
        </pc:spChg>
        <pc:spChg chg="del">
          <ac:chgData name="Riccardo Maffeis" userId="86d5980519d90a03" providerId="LiveId" clId="{E1CD4723-05C0-41B1-B749-32C336D5EDD1}" dt="2026-07-06T20:21:41.659" v="988" actId="3680"/>
          <ac:spMkLst>
            <pc:docMk/>
            <pc:sldMk cId="2206752375" sldId="276"/>
            <ac:spMk id="3" creationId="{96726DBB-30A4-008C-E772-CED47207E91E}"/>
          </ac:spMkLst>
        </pc:spChg>
        <pc:graphicFrameChg chg="add mod ord modGraphic">
          <ac:chgData name="Riccardo Maffeis" userId="86d5980519d90a03" providerId="LiveId" clId="{E1CD4723-05C0-41B1-B749-32C336D5EDD1}" dt="2026-07-06T20:27:14.822" v="1410" actId="20577"/>
          <ac:graphicFrameMkLst>
            <pc:docMk/>
            <pc:sldMk cId="2206752375" sldId="276"/>
            <ac:graphicFrameMk id="4" creationId="{5CD945D3-5827-03D5-FF56-72BE52A0C3A2}"/>
          </ac:graphicFrameMkLst>
        </pc:graphicFrameChg>
      </pc:sldChg>
      <pc:sldChg chg="addSp delSp modSp new mod">
        <pc:chgData name="Riccardo Maffeis" userId="86d5980519d90a03" providerId="LiveId" clId="{E1CD4723-05C0-41B1-B749-32C336D5EDD1}" dt="2026-07-06T20:32:00.750" v="1496" actId="1076"/>
        <pc:sldMkLst>
          <pc:docMk/>
          <pc:sldMk cId="3626065334" sldId="277"/>
        </pc:sldMkLst>
        <pc:spChg chg="mod">
          <ac:chgData name="Riccardo Maffeis" userId="86d5980519d90a03" providerId="LiveId" clId="{E1CD4723-05C0-41B1-B749-32C336D5EDD1}" dt="2026-07-06T20:27:34.557" v="1421" actId="20577"/>
          <ac:spMkLst>
            <pc:docMk/>
            <pc:sldMk cId="3626065334" sldId="277"/>
            <ac:spMk id="2" creationId="{D619787D-83E0-CCE4-9C2A-5B06EF00DB4A}"/>
          </ac:spMkLst>
        </pc:spChg>
        <pc:spChg chg="del mod">
          <ac:chgData name="Riccardo Maffeis" userId="86d5980519d90a03" providerId="LiveId" clId="{E1CD4723-05C0-41B1-B749-32C336D5EDD1}" dt="2026-07-06T20:31:02.610" v="1486" actId="3680"/>
          <ac:spMkLst>
            <pc:docMk/>
            <pc:sldMk cId="3626065334" sldId="277"/>
            <ac:spMk id="3" creationId="{96665EB2-EC12-04C6-2B0F-269AB39D5A9A}"/>
          </ac:spMkLst>
        </pc:spChg>
        <pc:graphicFrameChg chg="add mod ord modGraphic">
          <ac:chgData name="Riccardo Maffeis" userId="86d5980519d90a03" providerId="LiveId" clId="{E1CD4723-05C0-41B1-B749-32C336D5EDD1}" dt="2026-07-06T20:32:00.750" v="1496" actId="1076"/>
          <ac:graphicFrameMkLst>
            <pc:docMk/>
            <pc:sldMk cId="3626065334" sldId="277"/>
            <ac:graphicFrameMk id="4" creationId="{D0B66214-48BE-0751-5642-0333F638A074}"/>
          </ac:graphicFrameMkLst>
        </pc:graphicFrameChg>
      </pc:sldChg>
      <pc:sldChg chg="addSp delSp modSp new mod">
        <pc:chgData name="Riccardo Maffeis" userId="86d5980519d90a03" providerId="LiveId" clId="{E1CD4723-05C0-41B1-B749-32C336D5EDD1}" dt="2026-07-06T20:30:17.542" v="1483" actId="14734"/>
        <pc:sldMkLst>
          <pc:docMk/>
          <pc:sldMk cId="4184896636" sldId="278"/>
        </pc:sldMkLst>
        <pc:spChg chg="mod">
          <ac:chgData name="Riccardo Maffeis" userId="86d5980519d90a03" providerId="LiveId" clId="{E1CD4723-05C0-41B1-B749-32C336D5EDD1}" dt="2026-07-06T20:28:19.940" v="1431"/>
          <ac:spMkLst>
            <pc:docMk/>
            <pc:sldMk cId="4184896636" sldId="278"/>
            <ac:spMk id="2" creationId="{E4BDF9F3-277C-5B65-7C29-6DE85012B4C5}"/>
          </ac:spMkLst>
        </pc:spChg>
        <pc:spChg chg="del">
          <ac:chgData name="Riccardo Maffeis" userId="86d5980519d90a03" providerId="LiveId" clId="{E1CD4723-05C0-41B1-B749-32C336D5EDD1}" dt="2026-07-06T20:28:27.619" v="1432" actId="3680"/>
          <ac:spMkLst>
            <pc:docMk/>
            <pc:sldMk cId="4184896636" sldId="278"/>
            <ac:spMk id="3" creationId="{6A29FF01-5550-9E76-54D1-2EE6B5DA4352}"/>
          </ac:spMkLst>
        </pc:spChg>
        <pc:graphicFrameChg chg="add mod ord modGraphic">
          <ac:chgData name="Riccardo Maffeis" userId="86d5980519d90a03" providerId="LiveId" clId="{E1CD4723-05C0-41B1-B749-32C336D5EDD1}" dt="2026-07-06T20:30:17.542" v="1483" actId="14734"/>
          <ac:graphicFrameMkLst>
            <pc:docMk/>
            <pc:sldMk cId="4184896636" sldId="278"/>
            <ac:graphicFrameMk id="4" creationId="{8F8F3BBC-8D08-52FA-92F0-9104FEC27C0D}"/>
          </ac:graphicFrameMkLst>
        </pc:graphicFrameChg>
      </pc:sldChg>
      <pc:sldChg chg="modSp new del">
        <pc:chgData name="Riccardo Maffeis" userId="86d5980519d90a03" providerId="LiveId" clId="{E1CD4723-05C0-41B1-B749-32C336D5EDD1}" dt="2026-07-06T20:32:08.984" v="1497" actId="47"/>
        <pc:sldMkLst>
          <pc:docMk/>
          <pc:sldMk cId="437606072" sldId="279"/>
        </pc:sldMkLst>
        <pc:spChg chg="mod">
          <ac:chgData name="Riccardo Maffeis" userId="86d5980519d90a03" providerId="LiveId" clId="{E1CD4723-05C0-41B1-B749-32C336D5EDD1}" dt="2026-07-06T20:30:35.318" v="1485"/>
          <ac:spMkLst>
            <pc:docMk/>
            <pc:sldMk cId="437606072" sldId="279"/>
            <ac:spMk id="2" creationId="{989A137A-C304-4017-555F-FB6F2F8D6B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63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519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606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8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75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347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735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314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035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9423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6200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63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069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7323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232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F575C-1EAB-42E6-BAA0-DFF723371C56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E289568-1A1C-4BE2-BE38-4B3D2ECAC0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72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249D13-19E8-F16B-D7C0-230126B2C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Ascensore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AF8FBD7-A357-D42C-29A3-3FCBAC41D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Maffeis Riccardo 1085706</a:t>
            </a:r>
          </a:p>
        </p:txBody>
      </p:sp>
    </p:spTree>
    <p:extLst>
      <p:ext uri="{BB962C8B-B14F-4D97-AF65-F5344CB8AC3E}">
        <p14:creationId xmlns:p14="http://schemas.microsoft.com/office/powerpoint/2010/main" val="295360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53D847-21E1-CA46-683A-7F11FDD3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Visione generale del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530A89-35B2-0FD2-2285-3491644FE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sistema modella un ascensore costituito da una sola cabina che serve più piani di un edificio, gestendo le richieste interne ed esterne.</a:t>
            </a:r>
          </a:p>
          <a:p>
            <a:pPr marL="0" indent="0">
              <a:buNone/>
            </a:pPr>
            <a:r>
              <a:rPr lang="it-IT" dirty="0"/>
              <a:t>Descrive l’evoluzione della cabina nel tempo, includendo la scelta della direzione, l’apertura/chiusura delle porte e la decisione di quale richiesta soddisfare</a:t>
            </a:r>
          </a:p>
          <a:p>
            <a:pPr marL="0" indent="0">
              <a:buNone/>
            </a:pPr>
            <a:r>
              <a:rPr lang="it-IT" dirty="0"/>
              <a:t>Il modello include inoltre la gestione di situazioni particolari come il sovraccarico e l’eventuale presenza di guasti</a:t>
            </a:r>
          </a:p>
        </p:txBody>
      </p:sp>
    </p:spTree>
    <p:extLst>
      <p:ext uri="{BB962C8B-B14F-4D97-AF65-F5344CB8AC3E}">
        <p14:creationId xmlns:p14="http://schemas.microsoft.com/office/powerpoint/2010/main" val="197349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7519BF-066C-284E-743B-BAF4C61B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Requisiti funzionali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14F3300-8476-808D-D7AA-EA6299FE0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021242"/>
              </p:ext>
            </p:extLst>
          </p:nvPr>
        </p:nvGraphicFramePr>
        <p:xfrm>
          <a:off x="2592925" y="1685544"/>
          <a:ext cx="5943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92993380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195374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415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Acquisizione richieste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02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Persistenza richieste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79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Scelta direzione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83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Movimento sicuro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1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Servizio piano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4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Controllo capienza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Rilevazione guasto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433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Ripristino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8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37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RF10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Conservazione richieste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6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78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AFA0C9-5C59-03BD-7DF2-4A240636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Proprietà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1FD53B1-5AD6-C5FD-9267-7DDE57D72E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264149"/>
              </p:ext>
            </p:extLst>
          </p:nvPr>
        </p:nvGraphicFramePr>
        <p:xfrm>
          <a:off x="2592925" y="1646650"/>
          <a:ext cx="891540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22495996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1682626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Vincolo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4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Safety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Nessun movimento con porte aperte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8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Safety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Nessun movimento se il numero delle persone è maggiore della capacità massima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07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Safety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Nessun movimento con guasto attivo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44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Coerenza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La direzione di marcia è compatibile con il passaggio tra piani successivi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254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Robustezza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Le richieste attive non vengono perse durante sovraccarico o guasto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08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Recoverability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Dopo il </a:t>
                      </a:r>
                      <a:r>
                        <a:rPr lang="it-IT" dirty="0" err="1"/>
                        <a:t>timeout</a:t>
                      </a:r>
                      <a:r>
                        <a:rPr lang="it-IT" dirty="0"/>
                        <a:t>, il sistema torna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71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Semplicità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Il guasto è semplicemente uno stato logico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876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9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94E8A4-05DF-26B2-9C73-EFE92E0E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Flusso logico</a:t>
            </a:r>
          </a:p>
        </p:txBody>
      </p:sp>
      <p:pic>
        <p:nvPicPr>
          <p:cNvPr id="17" name="Segnaposto contenuto 16">
            <a:extLst>
              <a:ext uri="{FF2B5EF4-FFF2-40B4-BE49-F238E27FC236}">
                <a16:creationId xmlns:a16="http://schemas.microsoft.com/office/drawing/2014/main" id="{1536183D-55CF-09FE-561B-72EEF2DF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600200"/>
            <a:ext cx="7654566" cy="431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91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C182E7-B6AE-FA0D-4065-C0F9FACA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Asmeta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57C728B-49DB-1711-4F4A-E6A95FEB9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026" y="1539874"/>
            <a:ext cx="4103687" cy="456911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8A46BC2-9548-1862-1ED7-F826BF8E5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39874"/>
            <a:ext cx="5267325" cy="19812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7C8BC53-12B2-ECC0-78ED-289271FF7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70587"/>
            <a:ext cx="57245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6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3D8B3B-B5BF-AE1F-A845-4548ED71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Asmeta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3FA0594-6A5A-5E99-C553-8EA0CEBDB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709" y="1382157"/>
            <a:ext cx="3507850" cy="242730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51F5818-67B5-E226-FA33-3165FADFE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709" y="3933824"/>
            <a:ext cx="3813959" cy="26514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70E0D69C-BE74-0A53-A57C-59995BF94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586" y="3260117"/>
            <a:ext cx="6635127" cy="1485601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D374B419-8C70-0E75-29BF-84F0E7E15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585" y="4964116"/>
            <a:ext cx="6635128" cy="1621123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F4DFAE76-B87A-3FCA-4CEB-A58E9AEB1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604" y="1382157"/>
            <a:ext cx="4978687" cy="165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6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41BCF0-043F-BB4D-F8E0-ECBDF498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Asmeta</a:t>
            </a:r>
            <a:endParaRPr lang="it-IT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7531F14B-B454-E925-11D6-F05C9E4B3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440" y="1634954"/>
            <a:ext cx="4239570" cy="204536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F0B7782-FF2E-7401-BDD5-6E202E306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90" y="5003228"/>
            <a:ext cx="4486275" cy="1495425"/>
          </a:xfrm>
          <a:prstGeom prst="rect">
            <a:avLst/>
          </a:prstGeom>
        </p:spPr>
      </p:pic>
      <p:pic>
        <p:nvPicPr>
          <p:cNvPr id="15" name="Segnaposto contenuto 14">
            <a:extLst>
              <a:ext uri="{FF2B5EF4-FFF2-40B4-BE49-F238E27FC236}">
                <a16:creationId xmlns:a16="http://schemas.microsoft.com/office/drawing/2014/main" id="{3AFF26B4-861B-8ECA-AC4E-F965E3AF3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91" y="2962399"/>
            <a:ext cx="4486274" cy="143583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1E6D5BA-2265-58F3-A112-E06A0DDA8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90" y="1634954"/>
            <a:ext cx="5101658" cy="760774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7F0ED8E3-4FE9-DC44-3453-3678C18EE6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313" y="3805153"/>
            <a:ext cx="3441162" cy="26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9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02F81-BC55-F9FF-CBC1-68C70949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644A0E-3A31-E9EB-3D8D-A1D2B960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Asmeta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552D12B-D6FB-DF84-6ADB-5BE2F8F5E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768" y="2152335"/>
            <a:ext cx="4804871" cy="3600450"/>
          </a:xfrm>
          <a:prstGeom prst="rect">
            <a:avLst/>
          </a:prstGeom>
        </p:spPr>
      </p:pic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01161BCA-B983-4FA2-2C7A-B78601171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8" y="1524828"/>
            <a:ext cx="6208056" cy="48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2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0C8F-5245-FE05-EBDC-AB2400548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EE9559-708D-00D3-C58B-52934DA8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Avalla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45AE613-FE24-0B03-CA80-1B9F2E2BB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178" y="1535537"/>
            <a:ext cx="2473643" cy="478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4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0F8A8-9EE3-1C54-BCC5-0CB03AC8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59C2B7-A391-7189-2E3D-AA0D272D5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Avalla</a:t>
            </a:r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099E9632-E691-410D-B3DB-4B370FA124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345962"/>
              </p:ext>
            </p:extLst>
          </p:nvPr>
        </p:nvGraphicFramePr>
        <p:xfrm>
          <a:off x="522796" y="1717041"/>
          <a:ext cx="11300396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8460">
                  <a:extLst>
                    <a:ext uri="{9D8B030D-6E8A-4147-A177-3AD203B41FA5}">
                      <a16:colId xmlns:a16="http://schemas.microsoft.com/office/drawing/2014/main" val="213149763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494849619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795294889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1021533929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4142209079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4259577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Regola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Branch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Rule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Update Rule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Rorall</a:t>
                      </a:r>
                      <a:r>
                        <a:rPr lang="it-IT" dirty="0"/>
                        <a:t> Rule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85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r_gestisciAscensore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0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r_aggiornaPersone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204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r_idle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3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r_gestisciGuasto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33,33%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12,50%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8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r_main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889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r_acquisisciRichieste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166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r_gestisciErrori</a:t>
                      </a:r>
                      <a:r>
                        <a:rPr lang="it-IT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Covered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66,67%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10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8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9C2A-AB61-E8BC-919D-2A62CCC6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27607C-BDD5-89C5-6411-9987455B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 Checking </a:t>
            </a:r>
            <a:r>
              <a:rPr lang="it-IT" dirty="0" err="1"/>
              <a:t>AsmetaSMV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6957F8-DFF1-C2FB-4CF3-B182370C9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È stata creata una versione ridotta del modello in cui sono stati diminuiti il numero di piani e il timer e inoltre è stata eliminata la gestione del sovraccarico e del numero di persone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1B2B316-BE30-D377-5739-27E56BBE8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89" y="2626038"/>
            <a:ext cx="4504892" cy="377762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6828ADD-4266-9D64-E4CF-156209857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338" y="3076899"/>
            <a:ext cx="6036488" cy="287590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9EF5763-8BC8-B618-F417-91AA25AE4777}"/>
              </a:ext>
            </a:extLst>
          </p:cNvPr>
          <p:cNvSpPr txBox="1"/>
          <p:nvPr/>
        </p:nvSpPr>
        <p:spPr>
          <a:xfrm>
            <a:off x="2362239" y="6403660"/>
            <a:ext cx="1993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Proprietà di sicurezza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1A51493-3FDA-E0A1-8D47-C35DD7E91E54}"/>
              </a:ext>
            </a:extLst>
          </p:cNvPr>
          <p:cNvSpPr txBox="1"/>
          <p:nvPr/>
        </p:nvSpPr>
        <p:spPr>
          <a:xfrm>
            <a:off x="7663263" y="5952800"/>
            <a:ext cx="2506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Proprietà di raggiungibilità</a:t>
            </a:r>
          </a:p>
        </p:txBody>
      </p:sp>
    </p:spTree>
    <p:extLst>
      <p:ext uri="{BB962C8B-B14F-4D97-AF65-F5344CB8AC3E}">
        <p14:creationId xmlns:p14="http://schemas.microsoft.com/office/powerpoint/2010/main" val="153164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39D2-8A37-8D38-3F11-43F0DF90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133813-6FF5-549B-1660-E3A590D2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ATGT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3EFF005-FE06-E45C-2355-4FD4EEA17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078" y="1413080"/>
            <a:ext cx="3683592" cy="503523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6DE955D-F87D-5DC3-B559-7BE617FE3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924" y="1413081"/>
            <a:ext cx="3826481" cy="503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26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03850-1038-344B-36ED-D2744108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7A4D07-E603-FDC3-4E4B-17D21A28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803C17-CC24-CF3B-8EFC-A983F01D2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6278563" cy="3777622"/>
          </a:xfrm>
        </p:spPr>
        <p:txBody>
          <a:bodyPr/>
          <a:lstStyle/>
          <a:p>
            <a:r>
              <a:rPr lang="it-IT" dirty="0"/>
              <a:t>Progetto: contiene Ascensore.java che è la classe principale. A questa sono associate tutte le </a:t>
            </a:r>
            <a:r>
              <a:rPr lang="it-IT" dirty="0" err="1"/>
              <a:t>enum</a:t>
            </a:r>
            <a:r>
              <a:rPr lang="it-IT" dirty="0"/>
              <a:t> Direzione, </a:t>
            </a:r>
            <a:r>
              <a:rPr lang="it-IT" dirty="0" err="1"/>
              <a:t>StatoCabina</a:t>
            </a:r>
            <a:r>
              <a:rPr lang="it-IT" dirty="0"/>
              <a:t>, </a:t>
            </a:r>
            <a:r>
              <a:rPr lang="it-IT" dirty="0" err="1"/>
              <a:t>StatoErrore</a:t>
            </a:r>
            <a:r>
              <a:rPr lang="it-IT" dirty="0"/>
              <a:t> e </a:t>
            </a:r>
            <a:r>
              <a:rPr lang="it-IT" dirty="0" err="1"/>
              <a:t>StatoPorte</a:t>
            </a:r>
            <a:endParaRPr lang="it-IT" dirty="0"/>
          </a:p>
          <a:p>
            <a:r>
              <a:rPr lang="it-IT" dirty="0"/>
              <a:t>Web: contiene il file che permette di avviare il server che fa partire il prototipo web fatto attraverso </a:t>
            </a:r>
            <a:r>
              <a:rPr lang="it-IT" dirty="0" err="1"/>
              <a:t>HttpServer</a:t>
            </a:r>
            <a:r>
              <a:rPr lang="it-IT" dirty="0"/>
              <a:t>. Sfrutta la classe </a:t>
            </a:r>
            <a:r>
              <a:rPr lang="it-IT" dirty="0" err="1"/>
              <a:t>ControlloreAscensore</a:t>
            </a:r>
            <a:r>
              <a:rPr lang="it-IT" dirty="0"/>
              <a:t> che contiene i metodi per gestire l’ascensore e i file presenti nella cartella </a:t>
            </a:r>
            <a:r>
              <a:rPr lang="it-IT" dirty="0" err="1"/>
              <a:t>webapp</a:t>
            </a:r>
            <a:endParaRPr lang="it-IT" dirty="0"/>
          </a:p>
          <a:p>
            <a:r>
              <a:rPr lang="it-IT" dirty="0"/>
              <a:t>Test: contiene i test </a:t>
            </a:r>
            <a:r>
              <a:rPr lang="it-IT" dirty="0" err="1"/>
              <a:t>Junit</a:t>
            </a:r>
            <a:r>
              <a:rPr lang="it-IT" dirty="0"/>
              <a:t>, parametrici, </a:t>
            </a:r>
            <a:r>
              <a:rPr lang="it-IT" dirty="0" err="1"/>
              <a:t>Selenium</a:t>
            </a:r>
            <a:r>
              <a:rPr lang="it-IT" dirty="0"/>
              <a:t> e la traduzione degli scenari Avalla generati con ATGT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4FA74A7-B44F-0F73-E18C-EB6267746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06" y="1533525"/>
            <a:ext cx="2592806" cy="470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22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ED6AF-B04E-0D88-3C3A-37CF08A7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107F18-A8E7-2E2D-156C-B4FB82B3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ESC/</a:t>
            </a:r>
            <a:r>
              <a:rPr lang="it-IT" dirty="0" err="1"/>
              <a:t>OpenJML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8A3DAB-0E4D-0DF0-CE54-E58C8389F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5049838" cy="3777622"/>
          </a:xfrm>
        </p:spPr>
        <p:txBody>
          <a:bodyPr/>
          <a:lstStyle/>
          <a:p>
            <a:r>
              <a:rPr lang="it-IT" dirty="0"/>
              <a:t>La verifica ha permesso di controllare la coerenza del codice rispetto alle proprietà dichiarate e di rafforzare la gestione degli stati di errore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BA091B4-ABF0-E281-8F96-D97DDDE65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188" y="857028"/>
            <a:ext cx="3567424" cy="537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1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A98B-BEF1-DDE4-90A1-B52CD94C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648397-B2FE-385E-19FC-2B1DB82A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Testing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BA356B9-5899-4548-3A06-81543C9D5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8" y="4093077"/>
            <a:ext cx="5499100" cy="135120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EEBFC3B-A718-075B-208E-C716B0B85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338" y="3075673"/>
            <a:ext cx="4607274" cy="105224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29C5892-B073-0187-5C1F-4FBA20718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338" y="4461718"/>
            <a:ext cx="4607274" cy="98256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1C4D442-F89D-5E92-B45D-DE48937C63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912" y="1845357"/>
            <a:ext cx="4584700" cy="99639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2DD37EA-4B30-5FE6-725B-0DED0FDE9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8" y="1905000"/>
            <a:ext cx="5388212" cy="139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60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39975-A102-5206-0C8D-05EC209D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F3152D-7E7B-F05C-DFEA-2BD8A311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Continuous</a:t>
            </a:r>
            <a:r>
              <a:rPr lang="it-IT" dirty="0"/>
              <a:t> Integration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33A0C63-C148-D18D-D39F-0DED04F35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714500"/>
            <a:ext cx="7927423" cy="43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36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0FB488-18E0-7B21-58DC-D22DBACB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statica – ChatGPT (v.1)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5CD945D3-5827-03D5-FF56-72BE52A0C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768042"/>
              </p:ext>
            </p:extLst>
          </p:nvPr>
        </p:nvGraphicFramePr>
        <p:xfrm>
          <a:off x="1638300" y="1520952"/>
          <a:ext cx="965454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548">
                  <a:extLst>
                    <a:ext uri="{9D8B030D-6E8A-4147-A177-3AD203B41FA5}">
                      <a16:colId xmlns:a16="http://schemas.microsoft.com/office/drawing/2014/main" val="3073593985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1855154230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2201249369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3111634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N.</a:t>
                      </a:r>
                      <a:endParaRPr lang="it-IT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Punto di controllo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Criterio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Esito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36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Gestione errori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Null, guasto, </a:t>
                      </a:r>
                      <a:r>
                        <a:rPr lang="it-IT" dirty="0" err="1"/>
                        <a:t>overload</a:t>
                      </a:r>
                      <a:r>
                        <a:rPr lang="it-IT" dirty="0"/>
                        <a:t>, errori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Dipendenze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Uso di librerie e componenti esterni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4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Duplicazione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Ripetizioni e possibilità di estrazione di codice comune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50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Manutenibilità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Facilità di modifica, separazione e scalabilità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69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Stile di programmazione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Convenzioni, ordine e uniformità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382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Gestione Risorse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Stream, server, driver, thread e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sincronizzazione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51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Codice morto/irraggiungibile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Metodi, rami o variabili poco utili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721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75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BDF9F3-277C-5B65-7C29-6DE85012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statica – ChatGPT (v.1)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8F8F3BBC-8D08-52FA-92F0-9104FEC27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073053"/>
              </p:ext>
            </p:extLst>
          </p:nvPr>
        </p:nvGraphicFramePr>
        <p:xfrm>
          <a:off x="834390" y="2005584"/>
          <a:ext cx="10869930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>
                  <a:extLst>
                    <a:ext uri="{9D8B030D-6E8A-4147-A177-3AD203B41FA5}">
                      <a16:colId xmlns:a16="http://schemas.microsoft.com/office/drawing/2014/main" val="3996998597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334847084"/>
                    </a:ext>
                  </a:extLst>
                </a:gridCol>
                <a:gridCol w="4114038">
                  <a:extLst>
                    <a:ext uri="{9D8B030D-6E8A-4147-A177-3AD203B41FA5}">
                      <a16:colId xmlns:a16="http://schemas.microsoft.com/office/drawing/2014/main" val="4054362421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4182201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Priorità</a:t>
                      </a:r>
                      <a:endParaRPr lang="it-IT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Criticità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Miglioramento consigliato 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9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Interfaccia web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classe </a:t>
                      </a:r>
                      <a:r>
                        <a:rPr lang="it-IT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AscensoreHttpServer</a:t>
                      </a: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concentra server, HTML, CSS, JavaScript, simulazione e JSON.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Separare pagina HTML, CSS e JavaScript in file dedicati o introdurre un piccolo livello di template.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00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Richieste visuali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 richieste visuali sono gestite separatamente dalle richieste logiche e possono disallinearsi in casi limite.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Derivare la visualizzazione direttamente dallo stato logico oppure registrare la richiesta visuale solo dopo conferma dell'acquisizione da parte del controllore.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371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896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19787D-83E0-CCE4-9C2A-5B06EF00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statica – ChatGPT (v.2)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0B66214-48BE-0751-5642-0333F638A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129177"/>
              </p:ext>
            </p:extLst>
          </p:nvPr>
        </p:nvGraphicFramePr>
        <p:xfrm>
          <a:off x="1638300" y="2179320"/>
          <a:ext cx="89154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548">
                  <a:extLst>
                    <a:ext uri="{9D8B030D-6E8A-4147-A177-3AD203B41FA5}">
                      <a16:colId xmlns:a16="http://schemas.microsoft.com/office/drawing/2014/main" val="4210907127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11463622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41035384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132384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N.</a:t>
                      </a:r>
                      <a:endParaRPr lang="it-IT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Punto di controllo 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Criterio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Esito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777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Gestione errori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Null, guasto, </a:t>
                      </a:r>
                      <a:r>
                        <a:rPr lang="it-IT" dirty="0" err="1"/>
                        <a:t>overload</a:t>
                      </a:r>
                      <a:r>
                        <a:rPr lang="it-IT" dirty="0"/>
                        <a:t>, errori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73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Gestione Risorse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Stream, server, driver, thread e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sincronizzazione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85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Codice morto/irraggiungibile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Metodi, rami o variabili poco utili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Parzialmente soddisfatto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71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065334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</TotalTime>
  <Words>685</Words>
  <Application>Microsoft Office PowerPoint</Application>
  <PresentationFormat>Widescreen</PresentationFormat>
  <Paragraphs>176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Filo</vt:lpstr>
      <vt:lpstr>Ascensore</vt:lpstr>
      <vt:lpstr>Visione generale del progetto</vt:lpstr>
      <vt:lpstr>Requisiti funzionali</vt:lpstr>
      <vt:lpstr>Proprietà</vt:lpstr>
      <vt:lpstr>Flusso logico</vt:lpstr>
      <vt:lpstr>Asmeta</vt:lpstr>
      <vt:lpstr>Asmeta</vt:lpstr>
      <vt:lpstr>Asmeta</vt:lpstr>
      <vt:lpstr>Asmeta</vt:lpstr>
      <vt:lpstr>Avalla</vt:lpstr>
      <vt:lpstr>Avalla</vt:lpstr>
      <vt:lpstr>Model Checking AsmetaSMV</vt:lpstr>
      <vt:lpstr>ATGT</vt:lpstr>
      <vt:lpstr>Java</vt:lpstr>
      <vt:lpstr>ESC/OpenJML</vt:lpstr>
      <vt:lpstr>Testing</vt:lpstr>
      <vt:lpstr>Continuous Integration</vt:lpstr>
      <vt:lpstr>Analisi statica – ChatGPT (v.1)</vt:lpstr>
      <vt:lpstr>Analisi statica – ChatGPT (v.1)</vt:lpstr>
      <vt:lpstr>Analisi statica – ChatGPT (v.2)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Maffeis</dc:creator>
  <cp:lastModifiedBy>Riccardo Maffeis</cp:lastModifiedBy>
  <cp:revision>1</cp:revision>
  <dcterms:created xsi:type="dcterms:W3CDTF">2026-07-06T16:41:29Z</dcterms:created>
  <dcterms:modified xsi:type="dcterms:W3CDTF">2026-07-06T20:32:13Z</dcterms:modified>
</cp:coreProperties>
</file>